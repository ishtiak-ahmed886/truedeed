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A3"/>
                </a:solidFill>
              </a:defRPr>
            </a:pPr>
            <a:r>
              <a:t>DIU LANDTECH INNOVATION HACKATHON 2026 · PROBLEM P3</a:t>
            </a:r>
          </a:p>
          <a:p>
            <a:pPr>
              <a:spcBef>
                <a:spcPts val="1000"/>
              </a:spcBef>
              <a:defRPr sz="4400" b="1">
                <a:solidFill>
                  <a:srgbClr val="F1F5F9"/>
                </a:solidFill>
              </a:defRPr>
            </a:pPr>
            <a:r>
              <a:t>🛡️ TrueDeed (LA-72)</a:t>
            </a:r>
          </a:p>
          <a:p>
            <a:pPr>
              <a:spcBef>
                <a:spcPts val="600"/>
              </a:spcBef>
              <a:defRPr sz="2000">
                <a:solidFill>
                  <a:srgbClr val="38BDF8"/>
                </a:solidFill>
              </a:defRPr>
            </a:pPr>
            <a:r>
              <a:t>Algorithmic Land Fraud &amp; Double-Selling Prevention Platform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 National Decision-Support System for Sub-Registry Pre-Registration Title Verification</a:t>
            </a:r>
          </a:p>
          <a:p>
            <a:pPr>
              <a:spcBef>
                <a:spcPts val="3000"/>
              </a:spcBef>
              <a:defRPr sz="1100">
                <a:solidFill>
                  <a:srgbClr val="F6BD55"/>
                </a:solidFill>
              </a:defRPr>
            </a:pPr>
            <a:r>
              <a:t>Team Leader: Ishtiak Ahmed (ID: 0242310005101006)  |  Member: Ashfikur Rahman Mahi</a:t>
            </a:r>
            <a:br/>
            <a:r>
              <a:t>Faculty Mentor: Md. Jubayar Alam Rafi (Asst. Prof, CSE, DIU)  |  Industry Mentor: MD Zafor Iqbal</a:t>
            </a:r>
            <a:br/>
            <a:r>
              <a:t>Live Prototype: https://frontend-five-sage-86.vercel.app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PROBLEM STATEMENT (P3)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The 3.5 Million Land Dispute Crisis in Bangladesh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Arial"/>
              </a:defRPr>
            </a:pPr>
            <a:r>
              <a:t>Institutional Void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Ministry of Law (Sub-Registry) registers deeds without live khatian mutation visibility.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Ministry of Land (AC Land) updates e-Namjari separately.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This disconnected silo allows forged deeds to register before mutations are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6BD55"/>
                </a:solidFill>
                <a:latin typeface="Arial"/>
              </a:defRPr>
            </a:pPr>
            <a:r>
              <a:t>Core Fraud Vectors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Inheritance Overclaiming: Sellers claiming 22 shatak when Quranic Farayez entitles only 14.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Broken Chain-of-Title: Fake intermediate deeds with non-existent mutation DCR orders.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Double-Selling Scams: Same plot sold to multiple buyers across neighboring sub-registries.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Socio-Economic Damage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Over 70% of all civil court litigations in Bangladesh stem from land fraud.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3.5 Million pending cases paralyzing district and civil courts.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BDT Thousands of Crores in frozen capital and non-performing mortgage loans for banks.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THE INNOVATION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TrueDeed: Automated Pre-Registration Interception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DD4A3"/>
                </a:solidFill>
                <a:latin typeface="Arial"/>
              </a:defRPr>
            </a:pPr>
            <a:r>
              <a:t>How TrueDeed Solves P3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Pre-Registration Gatekeeper: Validates land title in sub-second time (3.8s) BEFORE stamp registration.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Deterministic Trust Score (0-100%): Explainable mathematical rating backed by strict hard vetoes.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Instant Hard Veto Block: Automatically cancels registration upon detecting Order 39 CPC court injunctions or broken chains.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Tamper-Proof Proof: Cryptographic SHA-256 Merkle root &amp; dynamic QR verification certificate.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3 Pillars of Protection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1. Farayez Statutory Quota Interceptor: Quranic inheritance calculation (Muslim Family Laws 1961).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2. 25-Year Baya DAG Lineage Tracer: Directed Acyclic Graph tracking ownership from CS 1921 to 2026.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3. 45-Day Concurrency Plot Lock: Real-time mutex lock across all Sub-Registries during mutation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TECHNICAL BLUEPRINT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End-to-End System Architecture</a:t>
            </a:r>
          </a:p>
        </p:txBody>
      </p:sp>
      <p:pic>
        <p:nvPicPr>
          <p:cNvPr id="4" name="Picture 3" descr="modern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86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LIVE USER EXPERIENCE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The 3-Page Interactive Prototype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1. Verification Cockpit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Deed Intake with OpenCV bounding boxes.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Normalized bilingual entity extraction (District, Upazila, Daag, Acreage, NID).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Interactive Deed Upload &amp; Case Switcher (Test Clean, Overclaim, or Locked deeds).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Hard Veto alert and dynamic digital certificate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DD4A3"/>
                </a:solidFill>
                <a:latin typeface="Arial"/>
              </a:defRPr>
            </a:pPr>
            <a:r>
              <a:t>2. Baya DAG Lineage Tracer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5-Node Directed Acyclic Graph (CS 1921 -&gt; SA 1962 -&gt; RS 1987 -&gt; Deed 2009 -&gt; Seller 2026).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Interactive Node Inspector: Reveals record room volumes, gazettes and map sheets.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Area Conservation Math: 120 -&gt; 60 -&gt; 40 Shatak.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1-Click Baya Chain Audit Dossier (PDF Download).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6BD55"/>
                </a:solidFill>
                <a:latin typeface="Arial"/>
              </a:defRPr>
            </a:pPr>
            <a:r>
              <a:t>3. Farayez Calculator Sandbox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Hanafi Legal Math Engine implementing Zawil Furood, Asaba &amp; Aul doctrine.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Tactile Heirs Stepper (+/-) with live SVG Donut.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Bidirectional Cockpit Sync: Inject sandbox calculations directly into active deed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STAKEHOLDER ECOSYSTEM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Tailored Governance for 3 Core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DD4A3"/>
                </a:solidFill>
                <a:latin typeface="Arial"/>
              </a:defRPr>
            </a:pPr>
            <a:r>
              <a:t>🏛️ Sub-Registrar Desk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Statutory registration authority under Registration Act 1908.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Automated Section 22A compliance check.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Instant Hard Veto: Stops fake registration before ink touches deed stamp.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Issues QR-signed Digital Title Certificate.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🏦 Commercial Bank Desk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Mortgage collateral clearance for BDT 45 Lakh Home Loan.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Duplicate Lien &amp; CIB Record check across national registries.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Zero-Lien Title Clearance Certificate generation for Credit Risk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6BD55"/>
                </a:solidFill>
                <a:latin typeface="Arial"/>
              </a:defRPr>
            </a:pPr>
            <a:r>
              <a:t>🛡️ Citizen &amp; NRB Portal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Buyer Due-Diligence portal for general citizens and expatriate Bangladeshis.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Pre-purchase title fraud shield: Prevents buying disputed or co-heir burdened land.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Direct integration with Land Ministry Hotline (16122) &amp; Legal Aid (16430).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COMPETITIVE ADVANTAGE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Why TrueDeed Wins (Comparative Benchmark)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Traditional Land System vs TrueDeed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Traditional: Manual visual deed inspection taking 15-30 days → TrueDeed: 3.8s automated algorithmic check.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Traditional: No live link between Sub-Registry &amp; AC Land → TrueDeed: 45-day atomic plot concurrency lock.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Traditional: Inheritance fraud discovered years after sale → TrueDeed: Pre-registration Quranic Farayez quota quota block.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Traditional: Unverified deed chains → TrueDeed: 100-year cryptographic DAG lineage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DD4A3"/>
                </a:solidFill>
                <a:latin typeface="Arial"/>
              </a:defRPr>
            </a:pPr>
            <a:r>
              <a:t>Prototype Maturity &amp; Deliverables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✓ Live 24/7 Production Prototype hosted on Vercel: frontend-five-sage-86.vercel.app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✓ Pure 100% Bilingual localization (Authentic Bengali &amp; English terminology).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✓ Tested locally and in cloud with 0 cold-start latency.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✓ Complete 4-Page Concept Note, 10 Vector Blueprints &amp; Video demonstration 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VISION &amp; IMPACT</a:t>
            </a:r>
          </a:p>
          <a:p>
            <a:pPr>
              <a:defRPr sz="2400" b="1">
                <a:solidFill>
                  <a:srgbClr val="F1F5F9"/>
                </a:solidFill>
                <a:latin typeface="Arial"/>
              </a:defRPr>
            </a:pPr>
            <a:r>
              <a:t>Execution Roadmap &amp; National Scale-Up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Implementation Milestones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Phase 1 (Hackathon MVP): Completed End-to-end prototype, Farayez sandbox &amp; DAG engine.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Phase 2 (Pilot Sandbox): Direct webhook integration with Ministry of Land e-Mutation &amp; e-Porcha APIs.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Phase 3 (National Rollout): Deployment across 500+ Sub-Registry offices under Ministry of Law.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Projected Impact: Eliminates over 80% of new land litigation at the point of registration.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0"/>
          </a:solidFill>
          <a:ln w="1905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DD4A3"/>
                </a:solidFill>
                <a:latin typeface="Arial"/>
              </a:defRPr>
            </a:pPr>
            <a:r>
              <a:t>Summary &amp; Team TrueDeed (LA-72)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TrueDeed transforms Bangladesh land governance from reactive litigation to proactive algorithmic prevention.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Project Repo: https://github.com/Ishtiak-Ahmed886/TrueDeed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Live Demo: https://frontend-five-sage-86.vercel.app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• Thank you to our Mentors, Organizers, and Esteemed Judges!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